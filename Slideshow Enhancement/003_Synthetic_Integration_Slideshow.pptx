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are going to dive into the most profound shift in human history: the integration of synthetic intelligence into our media, our workflows, and ultimately, our biology.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begin with the core engines. AI operates on Neural Networks... With Anthropic's Claude and Google's Antigravity, we are entering the era of 'Vibe Coding'. You no longer write code; you communicate your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magic happens for production. We use Midjourney for gallery-quality images, Suno for music, ElevenLabs for voice cloning, and Sora/Kling for video, assembling it all in ClipChamp.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companies build custom models, technology accelerates toward the Singularity. This raises deep philosophical questions, analyzed by groups like the Mormon Transhumanist Association.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Intelligence &amp; Human Integration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Bradford Communications LLC</a:t>
            </a:r>
          </a:p>
          <a:p>
            <a:r>
              <a:t>2026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1 - The Core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Network Architecture</a:t>
            </a:r>
          </a:p>
          <a:p>
            <a:r>
              <a:t>OpenAI GPT, Gemini, DeepSeek, Grok</a:t>
            </a:r>
          </a:p>
          <a:p>
            <a:r>
              <a:t>Anthropic Claude, Google Antigravity - (Vibe Coding)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2 - Generative Media &amp;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Creation: Midjourney, GPT, Gemini</a:t>
            </a:r>
          </a:p>
          <a:p>
            <a:r>
              <a:t>Audio: Suno for Music, Ableton</a:t>
            </a:r>
          </a:p>
          <a:p>
            <a:r>
              <a:t>Voice: ElevenLabs.io (TTS, STT, Voice Mod)</a:t>
            </a:r>
          </a:p>
          <a:p>
            <a:r>
              <a:t>Video: Kling, Luma Dream Machine, Sora</a:t>
            </a:r>
          </a:p>
          <a:p>
            <a:r>
              <a:t>Assembly: ClipChamp Editing</a:t>
            </a:r>
          </a:p>
          <a:p>
            <a:r>
              <a:t>Publishing: Zencastr and DistroKid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3 - Advanced Development &amp;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Custom Models (Llama, Mistral)</a:t>
            </a:r>
          </a:p>
          <a:p>
            <a:r>
              <a:t>Ethics, Lawful, and NDA Damage</a:t>
            </a:r>
          </a:p>
          <a:p>
            <a:r>
              <a:t>Cybernetics, Biohacking &amp; The Singularity</a:t>
            </a:r>
          </a:p>
          <a:p>
            <a:r>
              <a:t>Sociological Impacts &amp; The Mormon Transhumanist Association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