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going to dive into the most profound shift in media production since the transition from film to digital. We are no longer just capturing reality; we are generating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traditional media, our job was to go out into the world with a camera and capture what was already there... The paradigm has completely flipped. With Generative AI, the barrier to entry is your imagination.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Diffusion Models start with static noise and 'hallucinate' detailed images... Next is Audio Synthesis, generating full songs. Then Agentic Workflows for multi-step tasks, and finally RAG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this impacts workflow. Pre-production storyboarding takes hours instead of days. Production audio is custom generated. Post-production is hyper-accelerated.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AI replace creators? No. But creators who use AI will replace those who do not. The machine doesn't know what it means to be human. Your job is to decide what to paint.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Images, Audio, Video Production Introduction</a:t>
            </a:r>
          </a:p>
        </p:txBody>
      </p:sp>
      <p:sp>
        <p:nvSpPr>
          <p:cNvPr id="3" name="Subtitle 2"/>
          <p:cNvSpPr>
            <a:spLocks noGrp="1"/>
          </p:cNvSpPr>
          <p:nvPr>
            <p:ph type="subTitle" idx="1"/>
          </p:nvPr>
        </p:nvSpPr>
        <p:spPr/>
        <p:txBody>
          <a:bodyPr/>
          <a:lstStyle/>
          <a:p>
            <a:r>
              <a:t>Prepared for Bradford Communications LLC</a:t>
            </a:r>
          </a:p>
          <a:p>
            <a:r>
              <a:t>2026 Edition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Shift from Curation to Generation</a:t>
            </a:r>
          </a:p>
        </p:txBody>
      </p:sp>
      <p:sp>
        <p:nvSpPr>
          <p:cNvPr id="3" name="Content Placeholder 2"/>
          <p:cNvSpPr>
            <a:spLocks noGrp="1"/>
          </p:cNvSpPr>
          <p:nvPr>
            <p:ph idx="1"/>
          </p:nvPr>
        </p:nvSpPr>
        <p:spPr/>
        <p:txBody>
          <a:bodyPr/>
          <a:lstStyle/>
          <a:p>
            <a:r>
              <a:t>Past: Capturing what exists.</a:t>
            </a:r>
          </a:p>
          <a:p>
            <a:r>
              <a:t>Future: Generating what you can imagine.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Advanced AI Technologies Transforming Media</a:t>
            </a:r>
          </a:p>
        </p:txBody>
      </p:sp>
      <p:sp>
        <p:nvSpPr>
          <p:cNvPr id="3" name="Content Placeholder 2"/>
          <p:cNvSpPr>
            <a:spLocks noGrp="1"/>
          </p:cNvSpPr>
          <p:nvPr>
            <p:ph idx="1"/>
          </p:nvPr>
        </p:nvSpPr>
        <p:spPr/>
        <p:txBody>
          <a:bodyPr/>
          <a:lstStyle/>
          <a:p>
            <a:r>
              <a:t>Diffusion Models (Visual AI): Midjourney, DALL-E, Sora</a:t>
            </a:r>
          </a:p>
          <a:p>
            <a:r>
              <a:t>Audio &amp; Music Synthesis: Suno, Udio</a:t>
            </a:r>
          </a:p>
          <a:p>
            <a:r>
              <a:t>Agentic Workflows: Autonomous production agents</a:t>
            </a:r>
          </a:p>
          <a:p>
            <a:r>
              <a:t>RAG: Secure, internal AI databases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Application in Production</a:t>
            </a:r>
          </a:p>
        </p:txBody>
      </p:sp>
      <p:sp>
        <p:nvSpPr>
          <p:cNvPr id="3" name="Content Placeholder 2"/>
          <p:cNvSpPr>
            <a:spLocks noGrp="1"/>
          </p:cNvSpPr>
          <p:nvPr>
            <p:ph idx="1"/>
          </p:nvPr>
        </p:nvSpPr>
        <p:spPr/>
        <p:txBody>
          <a:bodyPr/>
          <a:lstStyle/>
          <a:p>
            <a:r>
              <a:t>Pre-Production: ChatGPT (scripting), Midjourney (storyboarding)</a:t>
            </a:r>
          </a:p>
          <a:p>
            <a:r>
              <a:t>Production: Generative backgrounds, Suno (backing tracks)</a:t>
            </a:r>
          </a:p>
          <a:p>
            <a:r>
              <a:t>Post-Production: AI color grading, voice cloning for ADR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Human Element (Why You Still Matter)</a:t>
            </a:r>
          </a:p>
        </p:txBody>
      </p:sp>
      <p:sp>
        <p:nvSpPr>
          <p:cNvPr id="3" name="Content Placeholder 2"/>
          <p:cNvSpPr>
            <a:spLocks noGrp="1"/>
          </p:cNvSpPr>
          <p:nvPr>
            <p:ph idx="1"/>
          </p:nvPr>
        </p:nvSpPr>
        <p:spPr/>
        <p:txBody>
          <a:bodyPr/>
          <a:lstStyle/>
          <a:p>
            <a:r>
              <a:t>AI is the paintbrush, not the painter.</a:t>
            </a:r>
          </a:p>
          <a:p>
            <a:r>
              <a:t>Execution is cheap; Taste and Vision are premium.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